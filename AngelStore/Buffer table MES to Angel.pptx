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1021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3F18-2528-4B4E-99A7-52D142EBF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7F3A1-3923-4F1B-943F-58301F3DB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A386A-CF53-4172-AE09-81998126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855F4-D09B-478E-A7B4-92635798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4FFB-F19E-4841-95D4-7F817CFB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4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8944-F0E2-44BF-A8A3-8148C452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1EEDA-DDDB-4A7D-804B-4BF24D53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65946-3302-4046-95E6-6CAF7D17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3DF9F-CBE7-4DD4-91BB-FF081B3F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448C8-0B75-4B41-BD5F-F3EF64D1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142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D6CF0-8488-40B3-B327-07BB3A0A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3CEFB-C73D-41B3-AA8F-F23808378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BAE2A-56CA-4440-9CF5-DAB38C5F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AB7-7B15-4473-BB31-9D4994C3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9B348-6D38-4874-BEAD-905FB904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5558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5491-59CF-43AE-A8E7-82ECDD2C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ACE27-406D-460B-974E-B2E564E8A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3CD36-22D9-4581-8D24-F9E762880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C9915-C19C-472C-B333-EEDB8553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7813F-836B-417B-90B4-B24BE358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25F77-F67E-403E-BF8B-A4D0AEC3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1915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2ACE-CE39-41C2-84EB-659454BB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1DC7D-76D5-4189-97F1-95018B4ED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0CE25-6FDC-46DA-876F-144589B2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DF6415-D7A9-4D7B-B9A0-857A4B35F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B2E94-CD39-4048-8097-F29429772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642CD-485A-4E2E-9CED-6293ED62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D788C-24FC-4ACA-B35C-E2A78921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68960-C27F-4850-B072-C6575016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22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FDFF-3D16-45D9-9052-F2802BE5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2A49A-4C36-40F1-BFE7-9BCA3BCA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C37B0-45B8-4A15-A0F6-23092AC7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2E06C-73A7-4428-8E9B-816A8F00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7303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3D901-0721-4782-86FF-A1084FBB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85C92-1677-489B-AB2B-8225D378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7CCD2-21DA-4C53-BE84-0862C7E3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775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10ED-30DB-47C6-BD16-491018E92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6D58-4E32-4653-BF28-FC05E511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69BE6-898D-4B9C-8589-A58294D7F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AA7AB-3C11-4A1D-8BA4-6AE8E89E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DE883-0695-41F2-B8DD-22138C29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8D7B7-32CA-4D50-847D-8C683A81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739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E948-745D-4A8D-9404-E1DA4631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0D54A-22D0-4AEA-AA62-33CEFBBA7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7B760-D52A-43F4-810A-9F1BE42E5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28FF8-2FFE-49C4-9EB0-CFB64FDD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EA9EC-9C4A-48C0-9BD6-0B13C294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41B23-B97F-4F35-B925-B65CF062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8925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646CC-B917-4A4D-B689-8A7E9DD0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71CFF-106D-4E8A-9A92-833A2F7CA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3A3D0-D70D-4DDB-BF57-E491EB09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CAA56-F096-4C99-9737-C24E1EED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34BA8-6F47-461A-A387-CED643BF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6248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C83E0-44DC-42C2-AD91-18BF5742B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6845C-F842-42D6-B7B2-C1C971207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D74BB-A6A2-48F8-99A9-AA95EE8A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A7C62-2DD7-490E-8BF8-E7F435DF7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08D51-3143-4D03-9979-14EEC0BD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4994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8FA8A-DAFD-4DCC-8EE9-4DD57E19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5EFE1-05EA-4291-8CA7-246539343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B472-D639-4AC5-9004-2D8229946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C17BE-0E0E-4C22-8F7D-0C1243A80DAB}" type="datetimeFigureOut">
              <a:rPr lang="th-TH" smtClean="0"/>
              <a:t>27/11/66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2110-1FA1-4260-A150-C4EAED41C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382FF-CAB8-4A1D-ABB1-618810F54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C5FFF-172A-42DD-8954-E4B5B78496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965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919D8D-83AF-476F-AB1D-ADD65AEC655D}"/>
              </a:ext>
            </a:extLst>
          </p:cNvPr>
          <p:cNvSpPr txBox="1"/>
          <p:nvPr/>
        </p:nvSpPr>
        <p:spPr>
          <a:xfrm>
            <a:off x="0" y="-7259"/>
            <a:ext cx="7370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Raw Materials buffer for Angel Store 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A0C96B-EF2C-4F49-A8C1-78D718D13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6" y="719686"/>
            <a:ext cx="9655834" cy="43322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62421D0-807C-43B6-B1C4-B0C0B0922A9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83762" y="3653288"/>
          <a:ext cx="5613189" cy="99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7400">
                  <a:extLst>
                    <a:ext uri="{9D8B030D-6E8A-4147-A177-3AD203B41FA5}">
                      <a16:colId xmlns:a16="http://schemas.microsoft.com/office/drawing/2014/main" val="2588499478"/>
                    </a:ext>
                  </a:extLst>
                </a:gridCol>
                <a:gridCol w="3305187">
                  <a:extLst>
                    <a:ext uri="{9D8B030D-6E8A-4147-A177-3AD203B41FA5}">
                      <a16:colId xmlns:a16="http://schemas.microsoft.com/office/drawing/2014/main" val="591106652"/>
                    </a:ext>
                  </a:extLst>
                </a:gridCol>
                <a:gridCol w="740602">
                  <a:extLst>
                    <a:ext uri="{9D8B030D-6E8A-4147-A177-3AD203B41FA5}">
                      <a16:colId xmlns:a16="http://schemas.microsoft.com/office/drawing/2014/main" val="1043956912"/>
                    </a:ext>
                  </a:extLst>
                </a:gridCol>
              </a:tblGrid>
              <a:tr h="117031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Materials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Material Number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Unit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068935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Cement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30100361002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TON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63684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Dry Sand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30100263022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TON</a:t>
                      </a:r>
                      <a:endParaRPr kumimoji="0" lang="th-TH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864821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Dust Stone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30100373024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TON</a:t>
                      </a:r>
                      <a:endParaRPr kumimoji="0" lang="th-TH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18516"/>
                  </a:ext>
                </a:extLst>
              </a:tr>
              <a:tr h="117031">
                <a:tc>
                  <a:txBody>
                    <a:bodyPr/>
                    <a:lstStyle/>
                    <a:p>
                      <a:r>
                        <a:rPr lang="en-US" sz="700" dirty="0"/>
                        <a:t>Regrind Concrete - body</a:t>
                      </a:r>
                      <a:endParaRPr lang="th-TH" sz="7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7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30100373025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CG" panose="02000503000000020004" pitchFamily="50" charset="-34"/>
                          <a:ea typeface="+mn-ea"/>
                          <a:cs typeface="SCG" panose="02000503000000020004" pitchFamily="50" charset="-34"/>
                        </a:rPr>
                        <a:t>TON</a:t>
                      </a:r>
                      <a:endParaRPr kumimoji="0" lang="th-TH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CG" panose="02000503000000020004" pitchFamily="50" charset="-34"/>
                        <a:ea typeface="+mn-ea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892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33105FBD-4E12-4CA3-9B55-BC08FE9B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223" y="702434"/>
            <a:ext cx="1233590" cy="43322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AC0535A-6931-4425-B38B-81A7AA4BF6F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83762" y="4852870"/>
          <a:ext cx="5613189" cy="68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1769">
                  <a:extLst>
                    <a:ext uri="{9D8B030D-6E8A-4147-A177-3AD203B41FA5}">
                      <a16:colId xmlns:a16="http://schemas.microsoft.com/office/drawing/2014/main" val="2588499478"/>
                    </a:ext>
                  </a:extLst>
                </a:gridCol>
                <a:gridCol w="1550842">
                  <a:extLst>
                    <a:ext uri="{9D8B030D-6E8A-4147-A177-3AD203B41FA5}">
                      <a16:colId xmlns:a16="http://schemas.microsoft.com/office/drawing/2014/main" val="591106652"/>
                    </a:ext>
                  </a:extLst>
                </a:gridCol>
                <a:gridCol w="1320076">
                  <a:extLst>
                    <a:ext uri="{9D8B030D-6E8A-4147-A177-3AD203B41FA5}">
                      <a16:colId xmlns:a16="http://schemas.microsoft.com/office/drawing/2014/main" val="1969121555"/>
                    </a:ext>
                  </a:extLst>
                </a:gridCol>
                <a:gridCol w="1170502">
                  <a:extLst>
                    <a:ext uri="{9D8B030D-6E8A-4147-A177-3AD203B41FA5}">
                      <a16:colId xmlns:a16="http://schemas.microsoft.com/office/drawing/2014/main" val="2285713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User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Create Username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Approve Username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Plant Code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06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Sangwan Iemjaroen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sangwani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steinpol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3041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24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n-NO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Steinpong Lomjan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steinpol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nuttasri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3041</a:t>
                      </a:r>
                      <a:endParaRPr lang="th-TH" sz="900" dirty="0"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16368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3A56582-904F-4485-B6F4-C051FA538AE6}"/>
              </a:ext>
            </a:extLst>
          </p:cNvPr>
          <p:cNvSpPr txBox="1"/>
          <p:nvPr/>
        </p:nvSpPr>
        <p:spPr>
          <a:xfrm>
            <a:off x="110835" y="408204"/>
            <a:ext cx="354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Buffer Requirement</a:t>
            </a:r>
            <a:endParaRPr kumimoji="0" lang="th-T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13200-1ED4-4281-997F-99783E010BED}"/>
              </a:ext>
            </a:extLst>
          </p:cNvPr>
          <p:cNvSpPr txBox="1"/>
          <p:nvPr/>
        </p:nvSpPr>
        <p:spPr>
          <a:xfrm>
            <a:off x="92025" y="4661516"/>
            <a:ext cx="5868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indent="0">
              <a:buNone/>
              <a:defRPr sz="1000">
                <a:latin typeface="SCG" panose="02000503000000020004" pitchFamily="50" charset="-34"/>
                <a:cs typeface="SCG" panose="02000503000000020004" pitchFamily="50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Username for MES to Angel (6. Plant Code / 12. Approve Username / 13. Create Username)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147CFF-37DF-4F98-B06D-8D07E733AA92}"/>
              </a:ext>
            </a:extLst>
          </p:cNvPr>
          <p:cNvSpPr txBox="1"/>
          <p:nvPr/>
        </p:nvSpPr>
        <p:spPr>
          <a:xfrm>
            <a:off x="136714" y="1184929"/>
            <a:ext cx="86363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Trickier : QC key curing tile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QC Adjust :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แยกหัวข้อ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Agregate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ออกมาเป็น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Sand, Dust Stone, Regrind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Ref Number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เลขที่ใบเบิก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Auto generate by MES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Item Number  Item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ในใบเบิกนั้นๆ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Auto generate by MES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 Number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รายละเอียดตามตาราง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Materials Master for MES to Angel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Quantity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มาจากระบบ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Unit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รายละเอียดตามตาราง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Materials Master of Angel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Plant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ดึงตามชื่อในตาราง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Username for MES to Angel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Valuation Type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เป็น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NEW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Batch Number Free Text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เพิ่มในหน้า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QC Adjust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Sloc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Free Text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เพิ่มในหน้า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QC Adjust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Cost Center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PIS Material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Curve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เป็นค่า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“CENTURION - Smooth Cool”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หรือ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“ELABANA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- Smooth Cool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ให้เลือก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Cost Center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ตามตาราง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GL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Acount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ในตาราง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PIS Material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Curve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เป็นค่า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“CENTURION - Smooth Cool”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หรือ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“ELABANA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ordia New" panose="020B0304020202020204" pitchFamily="34" charset="-34"/>
              </a:rPr>
              <a:t>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- Smooth Cool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”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ให้เลือก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GL Account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ตามตาราง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Approve Username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User </a:t>
            </a: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ตามตาราง แล้วเลือก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Plant Code, Create Username, Approve Username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E907C2D-2CBC-4BAC-A57A-1250E6446762}"/>
              </a:ext>
            </a:extLst>
          </p:cNvPr>
          <p:cNvGraphicFramePr>
            <a:graphicFrameLocks noGrp="1"/>
          </p:cNvGraphicFramePr>
          <p:nvPr/>
        </p:nvGraphicFramePr>
        <p:xfrm>
          <a:off x="6585337" y="4482759"/>
          <a:ext cx="5422901" cy="23241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69369">
                  <a:extLst>
                    <a:ext uri="{9D8B030D-6E8A-4147-A177-3AD203B41FA5}">
                      <a16:colId xmlns:a16="http://schemas.microsoft.com/office/drawing/2014/main" val="1679822906"/>
                    </a:ext>
                  </a:extLst>
                </a:gridCol>
                <a:gridCol w="1360482">
                  <a:extLst>
                    <a:ext uri="{9D8B030D-6E8A-4147-A177-3AD203B41FA5}">
                      <a16:colId xmlns:a16="http://schemas.microsoft.com/office/drawing/2014/main" val="3632036188"/>
                    </a:ext>
                  </a:extLst>
                </a:gridCol>
                <a:gridCol w="824535">
                  <a:extLst>
                    <a:ext uri="{9D8B030D-6E8A-4147-A177-3AD203B41FA5}">
                      <a16:colId xmlns:a16="http://schemas.microsoft.com/office/drawing/2014/main" val="3977446474"/>
                    </a:ext>
                  </a:extLst>
                </a:gridCol>
                <a:gridCol w="1268515">
                  <a:extLst>
                    <a:ext uri="{9D8B030D-6E8A-4147-A177-3AD203B41FA5}">
                      <a16:colId xmlns:a16="http://schemas.microsoft.com/office/drawing/2014/main" val="1480328107"/>
                    </a:ext>
                  </a:extLst>
                </a:gridCol>
              </a:tblGrid>
              <a:tr h="86015"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วัตถุดิบ</a:t>
                      </a:r>
                      <a:endParaRPr lang="th-TH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ผลิตภัณฑ์</a:t>
                      </a:r>
                      <a:endParaRPr lang="th-TH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GL Account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Cost Center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2289879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Body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636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</a:t>
                      </a:r>
                      <a:r>
                        <a:rPr lang="en-US" sz="700" u="none" strike="noStrike" dirty="0" err="1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Sullary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513288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740011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7177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Dust stone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740023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37064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REGRIND CONCRONCRETE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740043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0304-53100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180687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Slurry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744204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156226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ADVA Cast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744208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941312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Oxide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464350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Clear GEP - BL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744213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49873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Pigmented GEP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CPAC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744215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0304-53200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594310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Body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046979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Portland Cement </a:t>
                      </a:r>
                      <a:r>
                        <a:rPr lang="en-US" sz="700" u="none" strike="noStrike" dirty="0" err="1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Sullary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740000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460383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740011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753414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Dust stone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740023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193445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REGRIND CONCRONCRETE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740043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0304-19031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053887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Sand Slurry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744204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61823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ADVA Cast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744208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425923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 Oxide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744210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9399"/>
                  </a:ext>
                </a:extLst>
              </a:tr>
              <a:tr h="8601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Pigmented GEP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Smoot Cool Tile CB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744215</a:t>
                      </a:r>
                      <a:endParaRPr lang="th-TH" sz="700" b="0" i="0" u="none" strike="noStrike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th-TH" sz="700" u="none" strike="noStrike" dirty="0">
                          <a:effectLst/>
                          <a:latin typeface="SCG" panose="02000503000000020004" pitchFamily="50" charset="-34"/>
                          <a:cs typeface="SCG" panose="02000503000000020004" pitchFamily="50" charset="-34"/>
                        </a:rPr>
                        <a:t>0304-19032</a:t>
                      </a:r>
                      <a:endParaRPr lang="th-TH" sz="700" b="0" i="0" u="none" strike="noStrike" dirty="0">
                        <a:solidFill>
                          <a:srgbClr val="000000"/>
                        </a:solidFill>
                        <a:effectLst/>
                        <a:latin typeface="SCG" panose="02000503000000020004" pitchFamily="50" charset="-34"/>
                        <a:cs typeface="SCG" panose="02000503000000020004" pitchFamily="50" charset="-34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85665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50A5D229-A661-4F7E-BA5B-F9745F0EF6F0}"/>
              </a:ext>
            </a:extLst>
          </p:cNvPr>
          <p:cNvSpPr/>
          <p:nvPr/>
        </p:nvSpPr>
        <p:spPr>
          <a:xfrm>
            <a:off x="6484801" y="4296489"/>
            <a:ext cx="207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GL Account MES Link Angel Store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58E96B-7910-462E-8852-02A0E02FAC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670" t="49057" r="37312" b="33081"/>
          <a:stretch/>
        </p:blipFill>
        <p:spPr>
          <a:xfrm>
            <a:off x="136714" y="5753654"/>
            <a:ext cx="5422900" cy="10682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407EC92-AEA1-493D-896D-875C941F76E1}"/>
              </a:ext>
            </a:extLst>
          </p:cNvPr>
          <p:cNvSpPr txBox="1"/>
          <p:nvPr/>
        </p:nvSpPr>
        <p:spPr>
          <a:xfrm>
            <a:off x="97502" y="3419996"/>
            <a:ext cx="4583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indent="0">
              <a:buNone/>
              <a:defRPr sz="1000">
                <a:latin typeface="SCG" panose="02000503000000020004" pitchFamily="50" charset="-34"/>
                <a:cs typeface="SCG" panose="02000503000000020004" pitchFamily="50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Materials Master of Angel  (3. Material Number / 5. Unit)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993BE8-CA04-4348-9A54-67F01CECE1C3}"/>
              </a:ext>
            </a:extLst>
          </p:cNvPr>
          <p:cNvSpPr/>
          <p:nvPr/>
        </p:nvSpPr>
        <p:spPr>
          <a:xfrm>
            <a:off x="44804" y="5577248"/>
            <a:ext cx="2076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CG" panose="02000503000000020004" pitchFamily="50" charset="-34"/>
                <a:ea typeface="+mn-ea"/>
                <a:cs typeface="SCG" panose="02000503000000020004" pitchFamily="50" charset="-34"/>
              </a:rPr>
              <a:t>PIS Material (Smooth Cool)</a:t>
            </a:r>
            <a:endParaRPr kumimoji="0" lang="th-T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G" panose="02000503000000020004" pitchFamily="50" charset="-34"/>
              <a:ea typeface="+mn-ea"/>
              <a:cs typeface="SCG" panose="02000503000000020004" pitchFamily="50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1968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36634AEDA6E24F918D02EF42EB5CBA" ma:contentTypeVersion="15" ma:contentTypeDescription="Create a new document." ma:contentTypeScope="" ma:versionID="6ad877ff75fb618b110d7799009d2f24">
  <xsd:schema xmlns:xsd="http://www.w3.org/2001/XMLSchema" xmlns:xs="http://www.w3.org/2001/XMLSchema" xmlns:p="http://schemas.microsoft.com/office/2006/metadata/properties" xmlns:ns3="e2f5dd19-4d04-4a95-bbe4-a70c24f2535f" xmlns:ns4="b6204c29-cd41-411b-a88c-840b5df235ed" targetNamespace="http://schemas.microsoft.com/office/2006/metadata/properties" ma:root="true" ma:fieldsID="167de53382c8e20467bd5dd6fd3ed3b2" ns3:_="" ns4:_="">
    <xsd:import namespace="e2f5dd19-4d04-4a95-bbe4-a70c24f2535f"/>
    <xsd:import namespace="b6204c29-cd41-411b-a88c-840b5df235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5dd19-4d04-4a95-bbe4-a70c24f25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204c29-cd41-411b-a88c-840b5df235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2f5dd19-4d04-4a95-bbe4-a70c24f2535f" xsi:nil="true"/>
  </documentManagement>
</p:properties>
</file>

<file path=customXml/itemProps1.xml><?xml version="1.0" encoding="utf-8"?>
<ds:datastoreItem xmlns:ds="http://schemas.openxmlformats.org/officeDocument/2006/customXml" ds:itemID="{88275ADC-1DCF-4995-841F-81742FB8F6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f5dd19-4d04-4a95-bbe4-a70c24f2535f"/>
    <ds:schemaRef ds:uri="b6204c29-cd41-411b-a88c-840b5df235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A33463-78CC-479D-B519-A7DFF4678C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487295-9FF6-461E-9E49-5A8169D756A2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e2f5dd19-4d04-4a95-bbe4-a70c24f2535f"/>
    <ds:schemaRef ds:uri="http://schemas.microsoft.com/office/infopath/2007/PartnerControls"/>
    <ds:schemaRef ds:uri="b6204c29-cd41-411b-a88c-840b5df235ed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</Words>
  <Application>Microsoft Office PowerPoint</Application>
  <PresentationFormat>Widescreen</PresentationFormat>
  <Paragraphs>127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Angsana New</vt:lpstr>
      <vt:lpstr>Arial</vt:lpstr>
      <vt:lpstr>Calibri</vt:lpstr>
      <vt:lpstr>Calibri Light</vt:lpstr>
      <vt:lpstr>Cordia New</vt:lpstr>
      <vt:lpstr>SCG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Jakgapong Chuaykerd</dc:creator>
  <cp:lastModifiedBy>Jakgapong Chuaykerd</cp:lastModifiedBy>
  <cp:revision>1</cp:revision>
  <dcterms:created xsi:type="dcterms:W3CDTF">2023-11-27T08:40:24Z</dcterms:created>
  <dcterms:modified xsi:type="dcterms:W3CDTF">2023-11-27T08:40:51Z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0x0101007136634AEDA6E24F918D02EF42EB5CBA</vt:lpwstr>
  </property>
</Properties>
</file>