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1021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2" autoAdjust="0"/>
    <p:restoredTop sz="94660"/>
  </p:normalViewPr>
  <p:slideViewPr>
    <p:cSldViewPr snapToGrid="0">
      <p:cViewPr>
        <p:scale>
          <a:sx n="100" d="100"/>
          <a:sy n="100" d="100"/>
        </p:scale>
        <p:origin x="-48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6C3F18-2528-4B4E-99A7-52D142EBF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D7F3A1-3923-4F1B-943F-58301F3DB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3A386A-CF53-4172-AE09-81998126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5855F4-D09B-478E-A7B4-92635798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D74FFB-F19E-4841-95D4-7F817CFB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1784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E8944-F0E2-44BF-A8A3-8148C452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41EEDA-DDDB-4A7D-804B-4BF24D53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465946-3302-4046-95E6-6CAF7D17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83DF9F-CBE7-4DD4-91BB-FF081B3F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5448C8-0B75-4B41-BD5F-F3EF64D1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4142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D6CF0-8488-40B3-B327-07BB3A0A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573CEFB-C73D-41B3-AA8F-F2380837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ABAE2A-56CA-4440-9CF5-DAB38C5F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DABAB7-7B15-4473-BB31-9D4994C3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89B348-6D38-4874-BEAD-905FB904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255558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DC5491-59CF-43AE-A8E7-82ECDD2C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2ACE27-406D-460B-974E-B2E564E8A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413CD36-22D9-4581-8D24-F9E762880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6C9915-C19C-472C-B333-EEDB8553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27813F-836B-417B-90B4-B24BE358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125F77-F67E-403E-BF8B-A4D0AEC3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41915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B72ACE-CE39-41C2-84EB-659454BB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91DC7D-76D5-4189-97F1-95018B4ED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470CE25-6FDC-46DA-876F-144589B2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BDF6415-D7A9-4D7B-B9A0-857A4B35F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45B2E94-CD39-4048-8097-F2942977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06642CD-485A-4E2E-9CED-6293ED62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8BD788C-24FC-4ACA-B35C-E2A78921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C568960-C27F-4850-B072-C6575016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2122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FFDFF-3D16-45D9-9052-F2802BE5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132A49A-4C36-40F1-BFE7-9BCA3BCA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71C37B0-45B8-4A15-A0F6-23092AC7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C62E06C-73A7-4428-8E9B-816A8F00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77303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6B3D901-0721-4782-86FF-A1084FBB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A085C92-1677-489B-AB2B-8225D378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E7CCD2-21DA-4C53-BE84-0862C7E3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0775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7710ED-30DB-47C6-BD16-491018E9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1A6D58-4E32-4653-BF28-FC05E511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5169BE6-898D-4B9C-8589-A58294D7F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6AA7AB-3C11-4A1D-8BA4-6AE8E89E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8DE883-0695-41F2-B8DD-22138C29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B48D7B7-32CA-4D50-847D-8C683A81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18739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05E948-745D-4A8D-9404-E1DA4631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420D54A-22D0-4AEA-AA62-33CEFBBA7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E47B760-D52A-43F4-810A-9F1BE42E5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E328FF8-2FFE-49C4-9EB0-CFB64FDD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08EA9EC-9C4A-48C0-9BD6-0B13C294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041B23-B97F-4F35-B925-B65CF062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38925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646CC-B917-4A4D-B689-8A7E9DD0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8271CFF-106D-4E8A-9A92-833A2F7CA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73A3D0-D70D-4DDB-BF57-E491EB09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0CAA56-F096-4C99-9737-C24E1EED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034BA8-6F47-461A-A387-CED643BF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96248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58C83E0-44DC-42C2-AD91-18BF5742B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F66845C-F842-42D6-B7B2-C1C971207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DD74BB-A6A2-48F8-99A9-AA95EE8A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1A7C62-2DD7-490E-8BF8-E7F435DF7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E08D51-3143-4D03-9979-14EEC0BD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04994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498FA8A-DAFD-4DCC-8EE9-4DD57E19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15EFE1-05EA-4291-8CA7-246539343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80B472-D639-4AC5-9004-2D8229946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C17BE-0E0E-4C22-8F7D-0C1243A80DAB}" type="datetimeFigureOut">
              <a:rPr lang="th-TH" smtClean="0"/>
              <a:pPr/>
              <a:t>13/12/66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532110-1FA1-4260-A150-C4EAED41C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6382FF-CAB8-4A1D-ABB1-618810F54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C5FFF-172A-42DD-8954-E4B5B78496F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xmlns="" val="33965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5919D8D-83AF-476F-AB1D-ADD65AEC655D}"/>
              </a:ext>
            </a:extLst>
          </p:cNvPr>
          <p:cNvSpPr txBox="1"/>
          <p:nvPr/>
        </p:nvSpPr>
        <p:spPr>
          <a:xfrm>
            <a:off x="0" y="-7259"/>
            <a:ext cx="7370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Raw Materials buffer for Angel Store 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1A0C96B-EF2C-4F49-A8C1-78D718D131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406" y="719686"/>
            <a:ext cx="9655834" cy="43322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262421D0-807C-43B6-B1C4-B0C0B0922A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3762" y="3653288"/>
          <a:ext cx="5613189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7400">
                  <a:extLst>
                    <a:ext uri="{9D8B030D-6E8A-4147-A177-3AD203B41FA5}">
                      <a16:colId xmlns:a16="http://schemas.microsoft.com/office/drawing/2014/main" xmlns="" val="2588499478"/>
                    </a:ext>
                  </a:extLst>
                </a:gridCol>
                <a:gridCol w="3305187">
                  <a:extLst>
                    <a:ext uri="{9D8B030D-6E8A-4147-A177-3AD203B41FA5}">
                      <a16:colId xmlns:a16="http://schemas.microsoft.com/office/drawing/2014/main" xmlns="" val="591106652"/>
                    </a:ext>
                  </a:extLst>
                </a:gridCol>
                <a:gridCol w="740602">
                  <a:extLst>
                    <a:ext uri="{9D8B030D-6E8A-4147-A177-3AD203B41FA5}">
                      <a16:colId xmlns:a16="http://schemas.microsoft.com/office/drawing/2014/main" xmlns="" val="1043956912"/>
                    </a:ext>
                  </a:extLst>
                </a:gridCol>
              </a:tblGrid>
              <a:tr h="117031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Materials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Material Number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Unit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2068935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Cement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30100361002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TON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3163684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Dry Sand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30100263022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82864821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Dust Stone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9318516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Regrind Concrete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9892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3105FBD-4E12-4CA3-9B55-BC08FE9BF67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63223" y="702434"/>
            <a:ext cx="1233590" cy="43322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0AC0535A-6931-4425-B38B-81A7AA4BF6F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3762" y="4852870"/>
          <a:ext cx="5613189" cy="68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1769">
                  <a:extLst>
                    <a:ext uri="{9D8B030D-6E8A-4147-A177-3AD203B41FA5}">
                      <a16:colId xmlns:a16="http://schemas.microsoft.com/office/drawing/2014/main" xmlns="" val="2588499478"/>
                    </a:ext>
                  </a:extLst>
                </a:gridCol>
                <a:gridCol w="1550842">
                  <a:extLst>
                    <a:ext uri="{9D8B030D-6E8A-4147-A177-3AD203B41FA5}">
                      <a16:colId xmlns:a16="http://schemas.microsoft.com/office/drawing/2014/main" xmlns="" val="591106652"/>
                    </a:ext>
                  </a:extLst>
                </a:gridCol>
                <a:gridCol w="1320076">
                  <a:extLst>
                    <a:ext uri="{9D8B030D-6E8A-4147-A177-3AD203B41FA5}">
                      <a16:colId xmlns:a16="http://schemas.microsoft.com/office/drawing/2014/main" xmlns="" val="1969121555"/>
                    </a:ext>
                  </a:extLst>
                </a:gridCol>
                <a:gridCol w="1170502">
                  <a:extLst>
                    <a:ext uri="{9D8B030D-6E8A-4147-A177-3AD203B41FA5}">
                      <a16:colId xmlns:a16="http://schemas.microsoft.com/office/drawing/2014/main" xmlns="" val="2285713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User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Create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Approve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Plant Code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206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 Iemjaroen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sangwani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3041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24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Steinpong Lomjan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nuttasri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3041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316368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3A56582-904F-4485-B6F4-C051FA538AE6}"/>
              </a:ext>
            </a:extLst>
          </p:cNvPr>
          <p:cNvSpPr txBox="1"/>
          <p:nvPr/>
        </p:nvSpPr>
        <p:spPr>
          <a:xfrm>
            <a:off x="110835" y="408204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Buffer Requirement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2C13200-1ED4-4281-997F-99783E010BED}"/>
              </a:ext>
            </a:extLst>
          </p:cNvPr>
          <p:cNvSpPr txBox="1"/>
          <p:nvPr/>
        </p:nvSpPr>
        <p:spPr>
          <a:xfrm>
            <a:off x="92025" y="4661516"/>
            <a:ext cx="5868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Username for MES to Angel (6. Plant Code / 12. Approve Username / 13. Create Username)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E147CFF-37DF-4F98-B06D-8D07E733AA92}"/>
              </a:ext>
            </a:extLst>
          </p:cNvPr>
          <p:cNvSpPr txBox="1"/>
          <p:nvPr/>
        </p:nvSpPr>
        <p:spPr>
          <a:xfrm>
            <a:off x="136714" y="1184929"/>
            <a:ext cx="8636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Trickier : QC key curing 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 :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แยกหัวข้อ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Agregate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ออกมาเป็น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Sand, Dust Stone, Regrind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Ref Number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เลขที่ใบเบิก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Auto generate by MES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Item Number  Item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ในใบเบิกนั้นๆ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Auto generate by MES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 Number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รายละเอียดตามตาราง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for MES to Angel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Quantity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มาจากระบบ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Unit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รายละเอียดตามตาราง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of Angel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Plant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ดึงตามชื่อในตาราง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Username for MES to Angel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Valuation Type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NEW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Batch Number Free Text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เพิ่มในหน้า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Sloc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Free Text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เพิ่มในหน้า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Cost Center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Curve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“CENTURION - Smooth Cool”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หรือ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“ELABANA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- Smooth Cool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ให้เลือก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Cost Center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Acount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Curve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“CENTURION - Smooth Cool”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หรือ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“ELABANA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- Smooth Cool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ให้เลือก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Account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Approve Username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 แล้วเลือก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Plant Code, Create Username, Approve Username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xmlns="" id="{AE907C2D-2CBC-4BAC-A57A-1250E6446762}"/>
              </a:ext>
            </a:extLst>
          </p:cNvPr>
          <p:cNvGraphicFramePr>
            <a:graphicFrameLocks noGrp="1"/>
          </p:cNvGraphicFramePr>
          <p:nvPr/>
        </p:nvGraphicFramePr>
        <p:xfrm>
          <a:off x="6585337" y="4482759"/>
          <a:ext cx="5422901" cy="2324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9369">
                  <a:extLst>
                    <a:ext uri="{9D8B030D-6E8A-4147-A177-3AD203B41FA5}">
                      <a16:colId xmlns:a16="http://schemas.microsoft.com/office/drawing/2014/main" xmlns="" val="1679822906"/>
                    </a:ext>
                  </a:extLst>
                </a:gridCol>
                <a:gridCol w="1360482">
                  <a:extLst>
                    <a:ext uri="{9D8B030D-6E8A-4147-A177-3AD203B41FA5}">
                      <a16:colId xmlns:a16="http://schemas.microsoft.com/office/drawing/2014/main" xmlns="" val="3632036188"/>
                    </a:ext>
                  </a:extLst>
                </a:gridCol>
                <a:gridCol w="824535">
                  <a:extLst>
                    <a:ext uri="{9D8B030D-6E8A-4147-A177-3AD203B41FA5}">
                      <a16:colId xmlns:a16="http://schemas.microsoft.com/office/drawing/2014/main" xmlns="" val="3977446474"/>
                    </a:ext>
                  </a:extLst>
                </a:gridCol>
                <a:gridCol w="1268515">
                  <a:extLst>
                    <a:ext uri="{9D8B030D-6E8A-4147-A177-3AD203B41FA5}">
                      <a16:colId xmlns:a16="http://schemas.microsoft.com/office/drawing/2014/main" xmlns="" val="1480328107"/>
                    </a:ext>
                  </a:extLst>
                </a:gridCol>
              </a:tblGrid>
              <a:tr h="86015"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วัตถุดิบ</a:t>
                      </a:r>
                      <a:endParaRPr lang="th-TH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ผลิตภัณฑ์</a:t>
                      </a:r>
                      <a:endParaRPr lang="th-TH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GL Account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Cost Center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78228987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Body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2636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</a:t>
                      </a:r>
                      <a:r>
                        <a:rPr lang="en-US" sz="700" u="none" strike="noStrike" dirty="0" err="1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Sullary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9513288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740011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7487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740023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6437064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CONCRONCRETE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740043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6180687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Slurry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744204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6156226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ADVA Cast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744208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1941312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Oxide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77464350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Clear GEP - BL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6949873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Pigmented GEP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744215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7594310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Body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504697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</a:t>
                      </a:r>
                      <a:r>
                        <a:rPr lang="en-US" sz="700" u="none" strike="noStrike" dirty="0" err="1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Sullary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9846038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740011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753414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740023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919344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CONCRONCRETE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740043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053887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Slurry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744204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886182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ADVA Cast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744208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6542592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Oxide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232939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Pigmented GEP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744215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285665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0A5D229-A661-4F7E-BA5B-F9745F0EF6F0}"/>
              </a:ext>
            </a:extLst>
          </p:cNvPr>
          <p:cNvSpPr/>
          <p:nvPr/>
        </p:nvSpPr>
        <p:spPr>
          <a:xfrm>
            <a:off x="6484801" y="4296489"/>
            <a:ext cx="207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Account MES Link Angel Store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EC58E96B-7910-462E-8852-02A0E02FAC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19670" t="49057" r="37312" b="33081"/>
          <a:stretch/>
        </p:blipFill>
        <p:spPr>
          <a:xfrm>
            <a:off x="136714" y="5753654"/>
            <a:ext cx="5422900" cy="10682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407EC92-AEA1-493D-896D-875C941F76E1}"/>
              </a:ext>
            </a:extLst>
          </p:cNvPr>
          <p:cNvSpPr txBox="1"/>
          <p:nvPr/>
        </p:nvSpPr>
        <p:spPr>
          <a:xfrm>
            <a:off x="97502" y="3419996"/>
            <a:ext cx="4583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of Angel  (3. Material Number / 5. Unit)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B993BE8-CA04-4348-9A54-67F01CECE1C3}"/>
              </a:ext>
            </a:extLst>
          </p:cNvPr>
          <p:cNvSpPr/>
          <p:nvPr/>
        </p:nvSpPr>
        <p:spPr>
          <a:xfrm>
            <a:off x="44804" y="5577248"/>
            <a:ext cx="207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(Smooth Cool)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968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6634AEDA6E24F918D02EF42EB5CBA" ma:contentTypeVersion="15" ma:contentTypeDescription="Create a new document." ma:contentTypeScope="" ma:versionID="6ad877ff75fb618b110d7799009d2f24">
  <xsd:schema xmlns:xsd="http://www.w3.org/2001/XMLSchema" xmlns:xs="http://www.w3.org/2001/XMLSchema" xmlns:p="http://schemas.microsoft.com/office/2006/metadata/properties" xmlns:ns3="e2f5dd19-4d04-4a95-bbe4-a70c24f2535f" xmlns:ns4="b6204c29-cd41-411b-a88c-840b5df235ed" targetNamespace="http://schemas.microsoft.com/office/2006/metadata/properties" ma:root="true" ma:fieldsID="167de53382c8e20467bd5dd6fd3ed3b2" ns3:_="" ns4:_="">
    <xsd:import namespace="e2f5dd19-4d04-4a95-bbe4-a70c24f2535f"/>
    <xsd:import namespace="b6204c29-cd41-411b-a88c-840b5df235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5dd19-4d04-4a95-bbe4-a70c24f25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4c29-cd41-411b-a88c-840b5df235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2f5dd19-4d04-4a95-bbe4-a70c24f2535f" xsi:nil="true"/>
  </documentManagement>
</p:properties>
</file>

<file path=customXml/itemProps1.xml><?xml version="1.0" encoding="utf-8"?>
<ds:datastoreItem xmlns:ds="http://schemas.openxmlformats.org/officeDocument/2006/customXml" ds:itemID="{88275ADC-1DCF-4995-841F-81742FB8F6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f5dd19-4d04-4a95-bbe4-a70c24f2535f"/>
    <ds:schemaRef ds:uri="b6204c29-cd41-411b-a88c-840b5df235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A33463-78CC-479D-B519-A7DFF4678C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87295-9FF6-461E-9E49-5A8169D756A2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e2f5dd19-4d04-4a95-bbe4-a70c24f2535f"/>
    <ds:schemaRef ds:uri="http://schemas.microsoft.com/office/infopath/2007/PartnerControls"/>
    <ds:schemaRef ds:uri="b6204c29-cd41-411b-a88c-840b5df235e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6675</TotalTime>
  <Words>422</Words>
  <Application>Microsoft Office PowerPoint</Application>
  <PresentationFormat>Custom</PresentationFormat>
  <Paragraphs>127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Jakgapong Chuaykerd</dc:creator>
  <cp:lastModifiedBy>g</cp:lastModifiedBy>
  <cp:revision>470</cp:revision>
  <dcterms:created xsi:type="dcterms:W3CDTF">2023-11-27T08:40:24Z</dcterms:created>
  <dcterms:modified xsi:type="dcterms:W3CDTF">2023-12-13T07:39:24Z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0x0101007136634AEDA6E24F918D02EF42EB5CBA</vt:lpwstr>
  </property>
</Properties>
</file>